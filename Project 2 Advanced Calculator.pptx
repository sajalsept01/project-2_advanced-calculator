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jal Sarkar" initials="SS" lastIdx="1" clrIdx="0">
    <p:extLst>
      <p:ext uri="{19B8F6BF-5375-455C-9EA6-DF929625EA0E}">
        <p15:presenceInfo xmlns:p15="http://schemas.microsoft.com/office/powerpoint/2012/main" userId="ed71b2100dcae7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B92EB-7E59-4284-8922-DA1A7DFD8DF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E112C-59C9-43D1-951C-85ABFC3DD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EB98-E842-568E-EB64-43E8B7970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9C581-21CE-6738-00AF-1F25816C4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AFFD-53F9-8511-4979-CF6C3912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9C70-20C8-487A-868B-891CBE8F079A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A3778-ADEC-11F9-91E5-AE713988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1950A-3F89-33B5-BA38-B41EEF49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62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3628-29FF-CE7D-E896-FB24DF6B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1D5B-853A-E79F-BDC9-0F475A88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6F27B-7404-1DAF-B3C4-82F73D45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228D-A072-4DA8-A82B-8A154DED9929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8822B-EFC5-B427-693D-52829D53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5268-0A38-56CB-F575-48C4423C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5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06DE-7F73-3965-3685-79674373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2B5-460F-5925-333F-61639A8DD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8E64D-20BE-CA2B-C180-E70A52F57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8BE2-4451-470E-9369-5C569C2C91B4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7E688-3191-046B-816C-4725568E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7EDC-BD6B-4C26-F527-705EFC55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9CF4-A052-658D-7D66-BB855347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CCE0-3D8D-FDA8-839A-1F33B83AD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54889-1DEB-D80D-C6FA-8FC2BC378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A04B7-C8F9-701E-640B-364631C6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A230-4DD2-4E66-AF12-B1F9634C7E65}" type="datetime1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E3504-502E-2663-4646-C7051D77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0D02F-98AC-A39B-E618-2A44DDF1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00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DAE6-02E6-F11E-6003-7D6EF6407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1F236-9C9F-FC80-0999-CEDF77301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394AE-ABC2-0F51-2404-7DB9ABDC2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BC6F9-5B22-BEC4-17C9-5F94E6028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99066-E76D-3027-C425-07F462892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963B2-83C6-BD79-0784-11AD7094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8466-D2F3-4880-9EEA-1D5E526BD9AD}" type="datetime1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63BD5-86DF-3EF6-1606-3802902F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39C92-414F-6852-D124-FE3508A1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2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C38A-B4BA-63D5-71DB-C62801F7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EA021-6AF7-A095-F127-5C686DF8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CD79D-824D-4C4D-9CC1-9A97166E0F79}" type="datetime1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27C8-3E46-C8BA-352B-E97EF4D5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FCD36-217F-D07D-A7DD-9D683E7D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9B5AB-6531-5DCC-04F0-722FB879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8DE63-00BF-4FB5-BA63-BC10B9B97FB0}" type="datetime1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D6117-740F-B2CC-DA43-5C1D6208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342DB-9010-92B3-7DEF-A90112B0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9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DAED-CC84-7EC4-0B66-E407F1C6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5F75-4D83-391F-CBB9-FF4CAB99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C6AE0-72BC-D15B-FD69-B5B55F2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EDDBF-064A-3B4E-7A5F-113F7EDD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C2F1-D34C-4E75-BF1A-1A4F68018300}" type="datetime1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E8DE8-DFAB-BED2-EF92-6BD75A30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04E2A-62B0-79A1-B897-590A246E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8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724F-7843-6BE3-ACFE-6FC61122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FEE62-7A62-104F-B26F-5D178652F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A5739-5C6F-CB96-5A3D-A0203C953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C858F-3590-1BD2-E727-7637715D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AB80-16CD-4C21-BD05-DB766BCAA1D3}" type="datetime1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94380-7C09-BAF8-59E3-58395700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4C098-CB49-16FE-137A-8A3ED35E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97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837D-1B42-8BF9-4525-09E83B74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50FFF-58B1-E64D-2557-E0019A9CA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FDF74-C566-DD11-C73B-1F6BF6DD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2520-E71B-4D6E-8C8C-5D2050601E1B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B96E-9CFA-8066-3E8B-F33D4AA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E6AAF-C045-BF6F-5BFC-9869E9D5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88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73A94-854B-8AA3-8C05-E85AE7FFF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AF35A-227A-214B-CF2B-FBFA8D272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28DC-3CCD-CA4A-8C9E-37A3D0DC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6334-F14B-4D45-B5D5-7A3147480B42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6617-9EA3-8B02-C2FE-853E7506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8931C-EFFF-80FB-5906-42A9678A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2A172-8B86-4B67-C0E0-AB62A168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9129B-2041-AF9B-7F98-8F836719B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E8EFD-A7BF-E07F-F3EB-21482101C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5F250-0FE7-4E50-8705-7C0000CC03FE}" type="datetime1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AA5B-3355-AE1F-C0E8-2DC7CFC5A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Sajal Sarkar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6D4ED-4316-8C9A-0596-7E9BE6612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D37D3-6341-4588-AFC1-C24B59C9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0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0CBD-725C-3E27-FED7-4314AC7B2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1562"/>
            <a:ext cx="9880600" cy="3881437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 Rounded MT Bold" panose="020F0704030504030204" pitchFamily="34" charset="0"/>
              </a:rPr>
              <a:t>W</a:t>
            </a:r>
            <a:r>
              <a:rPr lang="en-IN" sz="4000" b="1" dirty="0">
                <a:latin typeface="Arial Rounded MT Bold" panose="020F0704030504030204" pitchFamily="34" charset="0"/>
              </a:rPr>
              <a:t>ELCOME</a:t>
            </a:r>
            <a:r>
              <a:rPr lang="en-IN" b="1" dirty="0">
                <a:latin typeface="Arial Rounded MT Bold" panose="020F0704030504030204" pitchFamily="34" charset="0"/>
              </a:rPr>
              <a:t> T</a:t>
            </a:r>
            <a:r>
              <a:rPr lang="en-IN" sz="4000" b="1" dirty="0">
                <a:latin typeface="Arial Rounded MT Bold" panose="020F0704030504030204" pitchFamily="34" charset="0"/>
              </a:rPr>
              <a:t>O</a:t>
            </a:r>
            <a:r>
              <a:rPr lang="en-IN" b="1" dirty="0">
                <a:latin typeface="Arial Rounded MT Bold" panose="020F0704030504030204" pitchFamily="34" charset="0"/>
              </a:rPr>
              <a:t> N</a:t>
            </a:r>
            <a:r>
              <a:rPr lang="en-IN" sz="4000" b="1" dirty="0">
                <a:latin typeface="Arial Rounded MT Bold" panose="020F0704030504030204" pitchFamily="34" charset="0"/>
              </a:rPr>
              <a:t>EXTHIKES</a:t>
            </a:r>
            <a:br>
              <a:rPr lang="en-IN" sz="4000" b="1" dirty="0">
                <a:latin typeface="Arial Rounded MT Bold" panose="020F0704030504030204" pitchFamily="34" charset="0"/>
              </a:rPr>
            </a:br>
            <a:br>
              <a:rPr lang="en-IN" b="1" dirty="0">
                <a:latin typeface="Arial Rounded MT Bold" panose="020F0704030504030204" pitchFamily="34" charset="0"/>
              </a:rPr>
            </a:br>
            <a:r>
              <a:rPr lang="en-IN" b="1" dirty="0">
                <a:latin typeface="Arial Rounded MT Bold" panose="020F0704030504030204" pitchFamily="34" charset="0"/>
              </a:rPr>
              <a:t>Advanced Calculator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5BAF-8B18-A0A1-CF48-81BF46CF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FC925-02BA-714F-FABF-54015271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</p:spTree>
    <p:extLst>
      <p:ext uri="{BB962C8B-B14F-4D97-AF65-F5344CB8AC3E}">
        <p14:creationId xmlns:p14="http://schemas.microsoft.com/office/powerpoint/2010/main" val="309905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4F874-2197-2915-246B-CE06AF7B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BA19-6BCD-2878-81AA-04473997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8E0C-0E07-0180-8BD3-62B23212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DF497-AF1A-EB83-C18F-5745B701B80D}"/>
              </a:ext>
            </a:extLst>
          </p:cNvPr>
          <p:cNvSpPr txBox="1"/>
          <p:nvPr/>
        </p:nvSpPr>
        <p:spPr>
          <a:xfrm>
            <a:off x="214313" y="1785952"/>
            <a:ext cx="115585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Title:</a:t>
            </a:r>
            <a:r>
              <a:rPr lang="en-IN" sz="4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Advanced Calculator</a:t>
            </a:r>
          </a:p>
          <a:p>
            <a:pPr>
              <a:buNone/>
            </a:pP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Subtitle:</a:t>
            </a:r>
            <a:r>
              <a:rPr lang="en-IN" sz="4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versatile tool for math &amp; trigonometry</a:t>
            </a:r>
          </a:p>
          <a:p>
            <a:pPr>
              <a:buNone/>
            </a:pP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Overview:</a:t>
            </a:r>
            <a:r>
              <a:rPr lang="en-IN" sz="4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 of the project — combining arithmetic, trigonometric, and logarithmic functions in one calculator.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AD384-25AF-D1C7-1ED5-F49EC2E5CF76}"/>
              </a:ext>
            </a:extLst>
          </p:cNvPr>
          <p:cNvSpPr txBox="1"/>
          <p:nvPr/>
        </p:nvSpPr>
        <p:spPr>
          <a:xfrm>
            <a:off x="3036094" y="586851"/>
            <a:ext cx="6100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u="sng" dirty="0">
                <a:latin typeface="Arial Rounded MT Bold" panose="020F0704030504030204" pitchFamily="34" charset="0"/>
              </a:rPr>
              <a:t>Title &amp;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2690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2FCC3-498D-F49D-A5DD-F34EB41B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34068-0F83-7C33-B95D-CBC60C35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50D85-AF6A-9610-FD5D-013D5930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EE2B3-02BD-A5F5-EF09-9263615175EB}"/>
              </a:ext>
            </a:extLst>
          </p:cNvPr>
          <p:cNvSpPr txBox="1"/>
          <p:nvPr/>
        </p:nvSpPr>
        <p:spPr>
          <a:xfrm>
            <a:off x="214313" y="1443056"/>
            <a:ext cx="115585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Provide a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calculator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for advanced math    operations</a:t>
            </a:r>
          </a:p>
          <a:p>
            <a:pPr>
              <a:buNone/>
            </a:pP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Support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basic arithmetic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(+, −, ×, ÷).</a:t>
            </a:r>
          </a:p>
          <a:p>
            <a:pPr>
              <a:buNone/>
            </a:pP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trigonometric functions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(sin, cos, tan, etc.).</a:t>
            </a:r>
          </a:p>
          <a:p>
            <a:pPr>
              <a:buNone/>
            </a:pP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Add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logarithmic and power functions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67DB5-EC1B-CB51-17D5-F57D5BB9CA76}"/>
              </a:ext>
            </a:extLst>
          </p:cNvPr>
          <p:cNvSpPr txBox="1"/>
          <p:nvPr/>
        </p:nvSpPr>
        <p:spPr>
          <a:xfrm>
            <a:off x="3036094" y="586851"/>
            <a:ext cx="6100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u="sng" dirty="0">
                <a:latin typeface="Arial Rounded MT Bold" panose="020F0704030504030204" pitchFamily="34" charset="0"/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208370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2CFD3-F8FC-14C2-0D10-B3192FF4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9DB0-29DD-D540-B169-ED64614D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6066-9296-8BCC-A9B9-AAEB95E6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B1698-0182-4C85-5DF2-AB9D2E039063}"/>
              </a:ext>
            </a:extLst>
          </p:cNvPr>
          <p:cNvSpPr txBox="1"/>
          <p:nvPr/>
        </p:nvSpPr>
        <p:spPr>
          <a:xfrm>
            <a:off x="214313" y="2028848"/>
            <a:ext cx="115585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Addition, subtraction, multiplication, division.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Advanced Math: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Power, square root.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Trigonometry: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sin, cos, tan, </a:t>
            </a: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asin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acos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atan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Logs: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Natural log (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), base-10 log (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log10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Error Handling: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Division by zero, invalid inputs.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2C072-F9C5-E23A-1F12-A5C3A08E34AF}"/>
              </a:ext>
            </a:extLst>
          </p:cNvPr>
          <p:cNvSpPr txBox="1"/>
          <p:nvPr/>
        </p:nvSpPr>
        <p:spPr>
          <a:xfrm>
            <a:off x="2407439" y="586851"/>
            <a:ext cx="75223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u="sng" dirty="0">
                <a:latin typeface="Arial Rounded MT Bold" panose="020F0704030504030204" pitchFamily="34" charset="0"/>
              </a:rPr>
              <a:t>Features &amp;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19723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85764-DF26-F146-284E-B75E18DE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B8E55-E4C4-2D6D-C76B-750A5388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2B71-7BB8-BBD7-070B-CECD7696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39129-A63C-E762-E32E-6D4B03D28CB3}"/>
              </a:ext>
            </a:extLst>
          </p:cNvPr>
          <p:cNvSpPr txBox="1"/>
          <p:nvPr/>
        </p:nvSpPr>
        <p:spPr>
          <a:xfrm>
            <a:off x="5129213" y="2028848"/>
            <a:ext cx="66436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/>
              <a:t>Summary:</a:t>
            </a:r>
            <a:r>
              <a:rPr lang="en-IN" sz="3200" dirty="0"/>
              <a:t> A robust calculator for math &amp; trigonometry.</a:t>
            </a:r>
          </a:p>
          <a:p>
            <a:pPr>
              <a:buNone/>
            </a:pP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/>
              <a:t>Benefits:</a:t>
            </a:r>
            <a:r>
              <a:rPr lang="en-IN" sz="3200" dirty="0"/>
              <a:t> Easy to use, extendable, educational.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46A92-294C-CFF0-1D76-3AABD21ECDFA}"/>
              </a:ext>
            </a:extLst>
          </p:cNvPr>
          <p:cNvSpPr txBox="1"/>
          <p:nvPr/>
        </p:nvSpPr>
        <p:spPr>
          <a:xfrm>
            <a:off x="2407439" y="586851"/>
            <a:ext cx="75223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u="sng" dirty="0">
                <a:latin typeface="Arial Rounded MT Bold" panose="020F0704030504030204" pitchFamily="34" charset="0"/>
              </a:rPr>
              <a:t>Conclusion &amp; Next Steps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D5E98-4B05-E0DE-FB94-6AF821329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614275"/>
            <a:ext cx="4453407" cy="401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6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3CF30-1D2A-1829-F80C-1D6ACCD65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CC31B-DBD5-EA2E-51CE-3AE57B0F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Date: 25</a:t>
            </a:r>
            <a:r>
              <a:rPr lang="en-IN" sz="1600" baseline="30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</a:t>
            </a:r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CADA-76A5-DC42-3897-A40426DB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Name: Sajal Sarkar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B157F-405C-E6BF-FE2C-C9A8755D342A}"/>
              </a:ext>
            </a:extLst>
          </p:cNvPr>
          <p:cNvSpPr txBox="1"/>
          <p:nvPr/>
        </p:nvSpPr>
        <p:spPr>
          <a:xfrm>
            <a:off x="2407439" y="2487103"/>
            <a:ext cx="75223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600" dirty="0">
                <a:latin typeface="Arial Rounded MT Bold" panose="020F0704030504030204" pitchFamily="34" charset="0"/>
              </a:rPr>
              <a:t>T</a:t>
            </a:r>
            <a:r>
              <a:rPr lang="en-IN" sz="8000" dirty="0">
                <a:latin typeface="Arial Rounded MT Bold" panose="020F0704030504030204" pitchFamily="34" charset="0"/>
              </a:rPr>
              <a:t>HANK</a:t>
            </a:r>
            <a:r>
              <a:rPr lang="en-IN" sz="9600" dirty="0">
                <a:latin typeface="Arial Rounded MT Bold" panose="020F0704030504030204" pitchFamily="34" charset="0"/>
              </a:rPr>
              <a:t> Y</a:t>
            </a:r>
            <a:r>
              <a:rPr lang="en-IN" sz="8000" dirty="0">
                <a:latin typeface="Arial Rounded MT Bold" panose="020F0704030504030204" pitchFamily="34" charset="0"/>
              </a:rPr>
              <a:t>OU</a:t>
            </a:r>
            <a:endParaRPr lang="en-IN" sz="8000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232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Wingdings</vt:lpstr>
      <vt:lpstr>Office Theme</vt:lpstr>
      <vt:lpstr>WELCOME TO NEXTHIKES  Advanced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Sajal Sarkar</dc:creator>
  <cp:lastModifiedBy>Sajal Sarkar</cp:lastModifiedBy>
  <cp:revision>24</cp:revision>
  <dcterms:created xsi:type="dcterms:W3CDTF">2026-05-22T12:14:49Z</dcterms:created>
  <dcterms:modified xsi:type="dcterms:W3CDTF">2026-06-17T07:05:36Z</dcterms:modified>
</cp:coreProperties>
</file>